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KarYuanFang/.gemini/antigravity/brain/14abda58-b7d9-4c64-b9f9-fe86d2474eaa/assets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950" y="693241"/>
            <a:ext cx="1269950" cy="1269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74904" y="2217093"/>
            <a:ext cx="299404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247718" y="2925068"/>
            <a:ext cx="46485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24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National Scam Prevention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667000" y="3790206"/>
            <a:ext cx="3810000" cy="0"/>
          </a:xfrm>
          <a:prstGeom prst="line">
            <a:avLst/>
          </a:prstGeom>
          <a:noFill/>
          <a:ln w="9525">
            <a:solidFill>
              <a:srgbClr val="7F8C8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628900" y="4099620"/>
            <a:ext cx="388620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the Malaysian Digital Ecosystem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13583" y="4249638"/>
            <a:ext cx="40622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MCMC Collaboration Proposal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050" y="507950"/>
            <a:ext cx="0" cy="762000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650" y="507950"/>
            <a:ext cx="80186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4650" y="974675"/>
            <a:ext cx="80186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 Scam Landscape in Malaysia</a:t>
            </a:r>
            <a:endParaRPr lang="en-US" sz="2000" dirty="0"/>
          </a:p>
        </p:txBody>
      </p:sp>
      <p:pic>
        <p:nvPicPr>
          <p:cNvPr id="5" name="Image 0" descr="C:/Users/KarYuanFang/.gemini/antigravity/brain/14abda58-b7d9-4c64-b9f9-fe86d2474eaa/assets/icon_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50" y="507950"/>
            <a:ext cx="762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50" y="1650802"/>
            <a:ext cx="3873550" cy="190946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Velocity: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Scams move faster than traditional reactive reporting.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Macau Scams: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False urgency leading to massive financial loss.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 Accounts: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Large-scale use of temporary bank accounts.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62500" y="1777752"/>
            <a:ext cx="3873550" cy="2045494"/>
          </a:xfrm>
          <a:prstGeom prst="roundRect">
            <a:avLst>
              <a:gd name="adj" fmla="val 4967"/>
            </a:avLst>
          </a:prstGeom>
          <a:solidFill>
            <a:srgbClr val="F96D00">
              <a:alpha val="10000"/>
            </a:srgbClr>
          </a:solidFill>
          <a:ln w="9525">
            <a:solidFill>
              <a:srgbClr val="F96D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962525" y="2180927"/>
            <a:ext cx="35429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"Response Gap":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62525" y="2668488"/>
            <a:ext cx="3542970" cy="8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blacklisting systems have a lag time that fraudsters exploit to drain funds from victims.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97327" y="4249638"/>
            <a:ext cx="269149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| NSRC Synergy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050" y="507950"/>
            <a:ext cx="0" cy="762000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650" y="507950"/>
            <a:ext cx="80186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4650" y="974675"/>
            <a:ext cx="80186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Multi-Modal Protection</a:t>
            </a:r>
            <a:endParaRPr lang="en-US" sz="2000" dirty="0"/>
          </a:p>
        </p:txBody>
      </p:sp>
      <p:pic>
        <p:nvPicPr>
          <p:cNvPr id="5" name="Image 0" descr="C:/Users/KarYuanFang/.gemini/antigravity/brain/14abda58-b7d9-4c64-b9f9-fe86d2474eaa/assets/icon_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50" y="507950"/>
            <a:ext cx="762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50" y="1650802"/>
            <a:ext cx="3873550" cy="190946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Caller ID: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Identifying high-risk numbers during ringing.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Security Hub: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Proactive analysis for SMS &amp; WhatsApp links.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Scan: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Protecting against malicious PDF &amp; APK threats.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62500" y="1650802"/>
            <a:ext cx="3873550" cy="123914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Alerts: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Post-call checks and cooling-off periods.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Feed: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national scam reporting platform.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87429" y="4249638"/>
            <a:ext cx="33135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| Real-time Intervention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050" y="507950"/>
            <a:ext cx="0" cy="762000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650" y="507950"/>
            <a:ext cx="80186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4650" y="974675"/>
            <a:ext cx="80186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Risk Assessment</a:t>
            </a:r>
            <a:endParaRPr lang="en-US" sz="2000" dirty="0"/>
          </a:p>
        </p:txBody>
      </p:sp>
      <p:pic>
        <p:nvPicPr>
          <p:cNvPr id="5" name="Image 0" descr="C:/Users/KarYuanFang/.gemini/antigravity/brain/14abda58-b7d9-4c64-b9f9-fe86d2474eaa/assets/icon_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50" y="507950"/>
            <a:ext cx="762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50" y="1853952"/>
            <a:ext cx="395102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Risk Formula (0-100):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7950" y="2239863"/>
            <a:ext cx="3873550" cy="144214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9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Reports (35%)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9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Ratio (30%)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9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Reporter Reputation (20%)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9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Recency (15%)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62500" y="1777752"/>
            <a:ext cx="3873550" cy="2348954"/>
          </a:xfrm>
          <a:prstGeom prst="roundRect">
            <a:avLst>
              <a:gd name="adj" fmla="val 4325"/>
            </a:avLst>
          </a:prstGeom>
          <a:solidFill>
            <a:srgbClr val="F96D00">
              <a:alpha val="10000"/>
            </a:srgbClr>
          </a:solidFill>
          <a:ln w="9525">
            <a:solidFill>
              <a:srgbClr val="F96D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62525" y="2180927"/>
            <a:ext cx="35429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Goal: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62525" y="2668488"/>
            <a:ext cx="3542970" cy="11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official 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PDRM Semak Mule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MCMC Malicious URL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feeds as 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Overrides (100% weight)</a:t>
            </a:r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70959" y="4249638"/>
            <a:ext cx="292239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| Engineering Truth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050" y="507950"/>
            <a:ext cx="0" cy="762000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650" y="507950"/>
            <a:ext cx="80186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Excellence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4650" y="974675"/>
            <a:ext cx="80186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 &amp; Security</a:t>
            </a:r>
            <a:endParaRPr lang="en-US" sz="2000" dirty="0"/>
          </a:p>
        </p:txBody>
      </p:sp>
      <p:pic>
        <p:nvPicPr>
          <p:cNvPr id="5" name="Image 0" descr="C:/Users/KarYuanFang/.gemini/antigravity/brain/14abda58-b7d9-4c64-b9f9-fe86d2474eaa/assets/icon_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50" y="507950"/>
            <a:ext cx="762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50" y="1650802"/>
            <a:ext cx="3873550" cy="190946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Node.js + Redis for &lt;500ms lookups.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API: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Anti-replay protection &amp; Certificate pinning.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Deterministic data protection for PII.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62500" y="1650802"/>
            <a:ext cx="3873550" cy="123914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Flutter base for rapid multi-OS deployment.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action logging for security transparency.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39395" y="4249638"/>
            <a:ext cx="305658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| Modern Tech Stack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050" y="507950"/>
            <a:ext cx="0" cy="762000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650" y="507950"/>
            <a:ext cx="80186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4650" y="974675"/>
            <a:ext cx="80186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Scam Prevention Pipeline</a:t>
            </a:r>
            <a:endParaRPr lang="en-US" sz="2000" dirty="0"/>
          </a:p>
        </p:txBody>
      </p:sp>
      <p:pic>
        <p:nvPicPr>
          <p:cNvPr id="5" name="Image 0" descr="C:/Users/KarYuanFang/.gemini/antigravity/brain/14abda58-b7d9-4c64-b9f9-fe86d2474eaa/assets/icon_road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50" y="507950"/>
            <a:ext cx="762000" cy="76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7475" y="1777752"/>
            <a:ext cx="0" cy="650081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951" y="1777752"/>
            <a:ext cx="81417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1-2: Core Foundation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3951" y="2214563"/>
            <a:ext cx="81417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logic completed. Ready for API integration.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7475" y="2554784"/>
            <a:ext cx="0" cy="650081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951" y="2554784"/>
            <a:ext cx="81417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3-4: Intelligence Boost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3951" y="2991594"/>
            <a:ext cx="81417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Scoring, OCR Image detection, Voice scam analysis.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7475" y="3331815"/>
            <a:ext cx="0" cy="650081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951" y="3331815"/>
            <a:ext cx="81417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National Grid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3951" y="3768626"/>
            <a:ext cx="81417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Bank/Telco API partnerships for rapid fund freezing.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32612" y="4249638"/>
            <a:ext cx="25535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| Future-Ready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6050" y="507950"/>
            <a:ext cx="0" cy="762000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650" y="507950"/>
            <a:ext cx="80186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4650" y="974675"/>
            <a:ext cx="80186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the NSRC Registry</a:t>
            </a:r>
            <a:endParaRPr lang="en-US" sz="2000" dirty="0"/>
          </a:p>
        </p:txBody>
      </p:sp>
      <p:pic>
        <p:nvPicPr>
          <p:cNvPr id="5" name="Image 0" descr="C:/Users/KarYuanFang/.gemini/antigravity/brain/14abda58-b7d9-4c64-b9f9-fe86d2474eaa/assets/icon_col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50" y="507950"/>
            <a:ext cx="7620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50" y="1650802"/>
            <a:ext cx="8128099" cy="2421136"/>
          </a:xfrm>
          <a:prstGeom prst="roundRect">
            <a:avLst>
              <a:gd name="adj" fmla="val 4196"/>
            </a:avLst>
          </a:prstGeom>
          <a:solidFill>
            <a:srgbClr val="F96D00">
              <a:alpha val="10000"/>
            </a:srgbClr>
          </a:solidFill>
          <a:ln w="9525">
            <a:solidFill>
              <a:srgbClr val="F96D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34926" y="1977777"/>
            <a:ext cx="7474148" cy="105623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Agreement: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 access to Semak Mule &amp; Malicious URL feeds.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Bridge: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submission of FraudShield data to NSRC.</a:t>
            </a:r>
            <a:endParaRPr lang="en-US" sz="1600" dirty="0"/>
          </a:p>
          <a:p>
            <a:pPr algn="l" marL="127000" indent="-127000">
              <a:lnSpc>
                <a:spcPts val="224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Public-Private Partnership:</a:t>
            </a:r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unified effort to protect citizens.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0184" y="3287911"/>
            <a:ext cx="762363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20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 Safer Malaysia Together.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76118" y="4249638"/>
            <a:ext cx="332513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FraudShield | Partnership for Impact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FraudShield - MCMC Presentation</dc:title>
  <dc:subject>PptxGenJS Presentation</dc:subject>
  <dc:creator>FraudShield Team</dc:creator>
  <cp:lastModifiedBy>FraudShield Team</cp:lastModifiedBy>
  <cp:revision>1</cp:revision>
  <dcterms:created xsi:type="dcterms:W3CDTF">2026-03-10T09:50:58Z</dcterms:created>
  <dcterms:modified xsi:type="dcterms:W3CDTF">2026-03-10T09:50:58Z</dcterms:modified>
</cp:coreProperties>
</file>